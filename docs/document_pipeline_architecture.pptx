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文档处理微服务架构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Microsoft YaHei"/>
              </a:defRPr>
            </a:pPr>
            <a:r>
              <a:t>从单体到异步微服务的演进之路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Microsoft YaHei"/>
              </a:defRPr>
            </a:pPr>
            <a:r>
              <a:t>预处理 → GLM-OCR 异步识别 → 后处理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46304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437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691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为什么需要微服务化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7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整体架构设计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三大微服务 + Pipeline 编排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43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1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异步处理架构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71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Fire-and-Forget + Redis 聚合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79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578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预处理服务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串行流水线：检测→矫正→矫正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02336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9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Pipeline 编排服务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端到端串联三个微服务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66344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38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端口复用方案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Uvicorn Workers vs TCP 负载均衡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303519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2781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进程管理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5321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Supervisor 配置与部署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943599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9181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开发路线图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61721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后续规划与优化方向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01  背景与问题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阻塞等待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OCR 请求提交后阻塞等待 vLLM 返回，</a:t>
            </a:r>
            <a:br/>
            <a:r>
              <a:t>无法处理其他请求，吞吐量低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49040" y="182880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无法独立部署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预处理、OCR、后处理耦合在一起，</a:t>
            </a:r>
            <a:br/>
            <a:r>
              <a:t>无法按需扩缩容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182880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GPU 资源浪费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vLLM 推理时 CPU 空闲，</a:t>
            </a:r>
            <a:br/>
            <a:r>
              <a:t>预处理时 GPU 空闲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64592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0" y="182880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扩展困难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新增预处理步骤需要改核心代码，</a:t>
            </a:r>
            <a:br/>
            <a:r>
              <a:t>风险高、迭代慢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  异步非阻塞：提交即返回，vLLM 结果通过 Redis 聚合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  微服务化：预处理、OCR、后处理独立部署、独立扩缩容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669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  灵活组合：Pipeline 编排，可跳过任意步骤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98931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  生产就绪：Supervisor 进程管理 + 端口复用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02  整体架构设计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64592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调用方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94560" y="2651760"/>
            <a:ext cx="731520" cy="3657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01168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Pipeline 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编排调度</a:t>
            </a:r>
            <a:br/>
            <a:br/>
            <a:r>
              <a:t>预处理 → OCR</a:t>
            </a:r>
            <a:br/>
            <a:r>
              <a:t>→ 后处理</a:t>
            </a:r>
            <a:br/>
            <a:br/>
            <a:r>
              <a:t>端口: 8090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20640" y="2651760"/>
            <a:ext cx="45720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1645920"/>
            <a:ext cx="192024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预处理服务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2860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Microsoft YaHei"/>
              </a:defRPr>
            </a:pPr>
            <a:r>
              <a:t>文档检测</a:t>
            </a:r>
            <a:br/>
            <a:r>
              <a:t>方向矫正</a:t>
            </a:r>
            <a:br/>
            <a:r>
              <a:t>扭曲矫正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566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端口: 8001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20640" y="2697480"/>
            <a:ext cx="457200" cy="32004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0" y="1645920"/>
            <a:ext cx="192024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GLM-OCR 异步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2860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Microsoft YaHei"/>
              </a:defRPr>
            </a:pPr>
            <a:r>
              <a:t>Fire-and-Forget</a:t>
            </a:r>
            <a:br/>
            <a:r>
              <a:t>Redis 聚合</a:t>
            </a:r>
            <a:br/>
            <a:r>
              <a:t>WebSocket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566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端口: 8000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120640" y="2743200"/>
            <a:ext cx="457200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0" y="1645920"/>
            <a:ext cx="192024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后处理服务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22860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Microsoft YaHei"/>
              </a:defRPr>
            </a:pPr>
            <a:r>
              <a:t>结果格式化</a:t>
            </a:r>
            <a:br/>
            <a:r>
              <a:t>文本清洗</a:t>
            </a:r>
            <a:br/>
            <a:r>
              <a:t>结构化输出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566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端口: 8002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4572000"/>
            <a:ext cx="1920240" cy="91440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4754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Microsoft YaHei"/>
              </a:defRPr>
            </a:pPr>
            <a:r>
              <a:t>vLLM 推理</a:t>
            </a:r>
            <a:br/>
            <a:r>
              <a:t>(GPU)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6400800" y="4114800"/>
            <a:ext cx="274320" cy="457200"/>
          </a:xfrm>
          <a:prstGeom prst="down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4572000"/>
            <a:ext cx="1920240" cy="914400"/>
          </a:xfrm>
          <a:prstGeom prst="roundRect">
            <a:avLst/>
          </a:prstGeom>
          <a:solidFill>
            <a:srgbClr val="3B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754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Microsoft YaHei"/>
              </a:defRPr>
            </a:pPr>
            <a:r>
              <a:t>Redis</a:t>
            </a:r>
            <a:br/>
            <a:r>
              <a:t>结果聚合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03  异步处理架构：Fire-and-Forget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传统同步模式（阻塞）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0584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提交图片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828800"/>
            <a:ext cx="100584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等待 vLLM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28800"/>
            <a:ext cx="100584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9202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等待 vLLM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59" y="1828800"/>
            <a:ext cx="100584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9202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等待 vLLM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828800"/>
            <a:ext cx="100584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返回结果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Microsoft YaHei"/>
              </a:defRPr>
            </a:pPr>
            <a:r>
              <a:t>问题：vLLM 推理慢（秒级），期间 CPU 完全空闲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Microsoft YaHei"/>
              </a:defRPr>
            </a:pPr>
            <a:r>
              <a:t>异步 Fire-and-Forget 模式（非阻塞）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1005840" cy="640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提交图片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566160"/>
            <a:ext cx="1005840" cy="640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立即返回</a:t>
            </a:r>
            <a:br/>
            <a:r>
              <a:t>doc_id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3566160"/>
            <a:ext cx="1005840" cy="640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6576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Microsoft YaHei"/>
              </a:defRPr>
            </a:pPr>
            <a:r>
              <a:t>处理下一张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59" y="3566160"/>
            <a:ext cx="1005840" cy="640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59" y="36576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Microsoft YaHei"/>
              </a:defRPr>
            </a:pPr>
            <a:r>
              <a:t>处理下一张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566160"/>
            <a:ext cx="1005840" cy="640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6576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C3AED"/>
                </a:solidFill>
                <a:latin typeface="Microsoft YaHei"/>
              </a:defRPr>
            </a:pPr>
            <a:r>
              <a:t>Redis 聚合</a:t>
            </a:r>
            <a:br/>
            <a:r>
              <a:t>结果就绪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Microsoft YaHei"/>
              </a:defRPr>
            </a:pPr>
            <a:r>
              <a:t>优势：提交即返回，CPU 和 GPU 并行工作，吞吐量提升 N 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核心机制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86400"/>
            <a:ext cx="338328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RegionAggregator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52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基于 Redis 的结果聚合器，追踪每个 region 的完成状态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5486400"/>
            <a:ext cx="338328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Semaphore 控流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852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限制并发 vLLM 请求数，防止 OOM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5486400"/>
            <a:ext cx="338328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WebSocket 推送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5852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实时推送处理进度，前端无需轮询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04  预处理服务：串行流水线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64592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文档检测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检测文档边界</a:t>
            </a:r>
            <a:br/>
            <a:r>
              <a:t>提取文档区域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37560" y="2103120"/>
            <a:ext cx="54864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1920" y="1463040"/>
            <a:ext cx="25603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69080" y="1645920"/>
            <a:ext cx="320040" cy="3200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方向矫正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194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检测图像旋转</a:t>
            </a:r>
            <a:br/>
            <a:r>
              <a:t>自动旋转校正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537960" y="2103120"/>
            <a:ext cx="548640" cy="27432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1463040"/>
            <a:ext cx="25603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69480" y="164592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扭曲矫正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194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透视变换</a:t>
            </a:r>
            <a:br/>
            <a:r>
              <a:t>矫正扭曲变形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关键设计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  串行执行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三个步骤必须按顺序执行，后一步依赖前一步结果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  独立部署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937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可单独部署为微服务，也可嵌入其他流程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  GPU 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支持 PyTorch / ONNX / TensorRT 多框架加载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035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  灵活组合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0350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支持单步调用 /detect, /orient, /dewarp 或完整流水线 /preprocess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05  Pipeline 编排服务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463040" cy="12801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CA3AF"/>
                </a:solidFill>
                <a:latin typeface="Microsoft YaHei"/>
              </a:defRPr>
            </a:pPr>
            <a:r>
              <a:t>文件上传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/process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65960" y="1920240"/>
            <a:ext cx="109728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1463040"/>
            <a:ext cx="1463040" cy="12801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preprocess:/preprocess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11880" y="1920240"/>
            <a:ext cx="109728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9040" y="1463040"/>
            <a:ext cx="1463040" cy="12801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Microsoft YaHei"/>
              </a:defRPr>
            </a:pPr>
            <a:r>
              <a:t>OCR 提交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glmocr:/parse/async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57800" y="1920240"/>
            <a:ext cx="109728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60" y="1463040"/>
            <a:ext cx="1463040" cy="12801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Microsoft YaHei"/>
              </a:defRPr>
            </a:pPr>
            <a:r>
              <a:t>轮询等待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/parse/status/{id}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03720" y="1920240"/>
            <a:ext cx="109728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0" y="1463040"/>
            <a:ext cx="1463040" cy="12801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Microsoft YaHei"/>
              </a:defRPr>
            </a:pPr>
            <a:r>
              <a:t>获取结果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/parse/result/{id}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549640" y="1920240"/>
            <a:ext cx="109728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0" y="1463040"/>
            <a:ext cx="1463040" cy="12801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后处理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postprocess:/postprocess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195560" y="1920240"/>
            <a:ext cx="109728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32720" y="1463040"/>
            <a:ext cx="1463040" cy="12801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返回结果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ProcessResponse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代码结构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pipeline/config.py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74903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配置管理，环境变量驱动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519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pipeline/client.py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25195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三个微服务的 HTTP 客户端封装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754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pipeline/service.py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75487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核心编排逻辑（预处理→OCR→后处理）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577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pipeline/server.py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25779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FastAPI 服务入口，暴露统一接口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API 接口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943600"/>
            <a:ext cx="3383280" cy="640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POST /process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263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Microsoft YaHei"/>
              </a:defRPr>
            </a:pPr>
            <a:r>
              <a:t>上传文件，端到端处理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5943600"/>
            <a:ext cx="3383280" cy="640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POST /process/base64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6263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Microsoft YaHei"/>
              </a:defRPr>
            </a:pPr>
            <a:r>
              <a:t>输入 base64，跳过预处理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5943600"/>
            <a:ext cx="3383280" cy="640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GET  /health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6263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Microsoft YaHei"/>
              </a:defRPr>
            </a:pPr>
            <a:r>
              <a:t>健康检查（含依赖服务状态）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06  端口复用方案对比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240280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371600"/>
            <a:ext cx="4069080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1389888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Uvicorn --workers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371600"/>
            <a:ext cx="4526280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389888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TCP 负载均衡 (HAProxy/socat)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45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代码修改量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920240"/>
            <a:ext cx="4069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456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Microsoft YaHei"/>
              </a:defRPr>
            </a:pPr>
            <a:r>
              <a:t>改 3 个 server.py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920240"/>
            <a:ext cx="4526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945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0 行 Python 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468880"/>
            <a:ext cx="22402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94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进程隔离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468880"/>
            <a:ext cx="40690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4942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master 挂了全挂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468880"/>
            <a:ext cx="45262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494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Microsoft YaHei"/>
              </a:defRPr>
            </a:pPr>
            <a:r>
              <a:t>每个进程独立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17520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42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动态扩缩容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3017520"/>
            <a:ext cx="4069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3042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改 worker 需重启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017520"/>
            <a:ext cx="4526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30429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Microsoft YaHei"/>
              </a:defRPr>
            </a:pPr>
            <a:r>
              <a:t>scale 命令即生效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566159"/>
            <a:ext cx="22402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59155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单独日志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3566159"/>
            <a:ext cx="40690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359155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所有 worker 混在一起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3566159"/>
            <a:ext cx="45262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359155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Microsoft YaHei"/>
              </a:defRPr>
            </a:pPr>
            <a:r>
              <a:t>每个进程独立日志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114800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14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后台任务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4114800"/>
            <a:ext cx="4069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41402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worker 挂了 task 全丢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4114800"/>
            <a:ext cx="4526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414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Microsoft YaHei"/>
              </a:defRPr>
            </a:pPr>
            <a:r>
              <a:t>只丢 1/N 的 task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663440"/>
            <a:ext cx="22402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688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GPU 显存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4663440"/>
            <a:ext cx="40690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46888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每个 worker 各加载一份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4663440"/>
            <a:ext cx="45262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4688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每个进程各加载一份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212079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23747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依赖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17520" y="5212079"/>
            <a:ext cx="4069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0" y="523747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Microsoft YaHei"/>
              </a:defRPr>
            </a:pPr>
            <a:r>
              <a:t>内置在 uvicorn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0" y="5212079"/>
            <a:ext cx="4526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23760" y="523747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多一个 HAProxy/socat 进程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760720"/>
            <a:ext cx="22402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786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调用方感知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17520" y="5760720"/>
            <a:ext cx="40690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0" y="57861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一个端口，完全透明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0" y="5760720"/>
            <a:ext cx="45262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0" y="5786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一个端口，完全透明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E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结论：生产环境推荐 TCP 负载均衡方案 — 进程隔离、动态扩缩容、独立日志、任务安全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07  Supervisor 进程管理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6002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预处理服务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preprocess-service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端口: 8001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2 workers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priority=100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6974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GLM-OCR 异步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glmocr-async-service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端口: 8000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4 workers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priority=200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069848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7947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后处理服务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postprocess-service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端口: 8002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2 workers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priority=300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79"/>
            <a:ext cx="1069848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4892039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463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Pipeline 编排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120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pipeline-service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8463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端口: 8090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8463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2 workers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8463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priority=400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环境变量配置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5216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Microsoft YaHei"/>
              </a:defRPr>
            </a:pPr>
            <a:r>
              <a:t>PREPROCESS_PORT=8001    PREPROCESS_HOST=127.0.0.1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0533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Microsoft YaHei"/>
              </a:defRPr>
            </a:pPr>
            <a:r>
              <a:t>GLMOCR_PORT=8000        GLMOCR_HOST=127.0.0.1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25449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Microsoft YaHei"/>
              </a:defRPr>
            </a:pPr>
            <a:r>
              <a:t>POSTPROCESS_PORT=8002   POSTPROCESS_HOST=127.0.0.1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45566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Microsoft YaHei"/>
              </a:defRPr>
            </a:pPr>
            <a:r>
              <a:t>PIPELINE_PORT=8090      PIPELINE_HOST=127.0.0.1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65683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REDIS_URL=redis://127.0.0.1:6379/0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08  开发路线图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Phase 1</a:t>
            </a:r>
            <a:br/>
            <a:r>
              <a:t>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异步架构搭建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GLM-OCR 异步服务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Fire-and-Forget 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Redis 结果聚合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6304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Phase 2</a:t>
            </a:r>
            <a:br/>
            <a:r>
              <a:t>已完成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微服务拆分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预处理服务（串行流水线）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后处理服务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Pipeline 编排服务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6304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Phase 3</a:t>
            </a:r>
            <a:br/>
            <a:r>
              <a:t>已完成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生产化部署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Supervisor 进程管理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端口复用方案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Mock 服务测试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46304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Phase 4</a:t>
            </a:r>
            <a:br/>
            <a:r>
              <a:t>规划中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优化与监控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TCP 负载均衡 (HAProxy)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Prometheus + 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  Docker Compose 部署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200400" y="3474720"/>
            <a:ext cx="27432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6126480" y="3474720"/>
            <a:ext cx="27432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9052560" y="3474720"/>
            <a:ext cx="27432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核心成果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456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Microsoft YaHei"/>
              </a:defRPr>
            </a:pPr>
            <a:r>
              <a:t>异步非阻塞架构 — 吞吐量从 1x 提升到 Nx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028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Microsoft YaHei"/>
              </a:defRPr>
            </a:pPr>
            <a:r>
              <a:t>三大微服务独立部署 — 按需扩缩容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600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Microsoft YaHei"/>
              </a:defRPr>
            </a:pPr>
            <a:r>
              <a:t>Pipeline 编排层 — 灵活组合、统一入口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172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Microsoft YaHei"/>
              </a:defRPr>
            </a:pPr>
            <a:r>
              <a:t>生产级进程管理 — Supervisor + 端口复用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Microsoft YaHei"/>
              </a:defRPr>
            </a:pPr>
            <a:r>
              <a:t>关键技术选型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FastAPI + Uvicorn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480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高性能异步 Web 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892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结果聚合 + 进度追踪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httpx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303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异步 HTTP 客户端，服务间通信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715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进程管理，自动重启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17920"/>
            <a:ext cx="12191695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Microsoft YaHei"/>
              </a:defRPr>
            </a:pPr>
            <a:r>
              <a:t>谢谢！Q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